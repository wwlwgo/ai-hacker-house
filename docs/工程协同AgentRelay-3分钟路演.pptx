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工程协同 Agent Relay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67E8F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让工程项目中的多角色、多 Agent 协作变得可追溯、可控制、可裁决。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3383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50+ 项目群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3383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多专业重复转发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3383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人工逐级确认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为什么单 Agent 不够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8463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527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单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帮一个人写报告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分析一个人的资料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生成一个人的回复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43200"/>
            <a:ext cx="64008" cy="1600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529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跨角色事项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谁提出了判断？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证据是否对应？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专业之间是否矛盾？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谁纠偏、谁裁决、谁负责？</a:t>
            </a:r>
            <a:endParaRPr lang="en-US" sz="1200" dirty="0"/>
          </a:p>
        </p:txBody>
      </p:sp>
      <p:pic>
        <p:nvPicPr>
          <p:cNvPr id="12" name="Image 0" descr="/Users/wwl/Documents/ppt2/images/image-collaboration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1143000"/>
            <a:ext cx="3108960" cy="23317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577840" y="36576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36576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7E8F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缺少的不是另一个聊天窗口，而是一层协同控制面。</a:t>
            </a:r>
            <a:endParaRPr lang="en-US" sz="11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核心机制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事项进入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1417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40280" y="11430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143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总监指令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86200" y="11430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86200" y="1143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专业初判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1417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11430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143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分歧与质疑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417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78040" y="11430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1143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人工纠偏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148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跨专业核对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65960" y="24231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240280" y="2148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4028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补充证据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24231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86200" y="2148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8620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总监裁决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24231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32120" y="2148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批准结论包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24231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78040" y="2148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7804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 Agent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0" y="16916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0160" y="169164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280160" y="1920240"/>
            <a:ext cx="6583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7200" y="3154680"/>
            <a:ext cx="259080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154680"/>
            <a:ext cx="2590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33375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" y="3337560"/>
            <a:ext cx="1905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可以提出判断，不能自动批准。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76600" y="3154680"/>
            <a:ext cx="259080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76600" y="3154680"/>
            <a:ext cx="25908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2" name="Shape 40"/>
          <p:cNvSpPr/>
          <p:nvPr/>
        </p:nvSpPr>
        <p:spPr>
          <a:xfrm>
            <a:off x="3413760" y="333756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341376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25240" y="3337560"/>
            <a:ext cx="1905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专业可以互相核对，但交流必须经过 Relay 记录。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96000" y="3154680"/>
            <a:ext cx="259080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96000" y="3154680"/>
            <a:ext cx="2590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6233160" y="33375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23316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44640" y="3337560"/>
            <a:ext cx="1905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只接收总监批准后的结论包。</a:t>
            </a:r>
            <a:endParaRPr lang="en-US" sz="11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SC 管壁厚专项核查（脱敏演示）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074420"/>
          </a:xfrm>
          <a:prstGeom prst="roundRect">
            <a:avLst>
              <a:gd name="adj" fmla="val 85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0744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61872"/>
            <a:ext cx="347472" cy="34747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发起方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要求核对照片对象、测量记录和适用依据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77640" cy="1074420"/>
          </a:xfrm>
          <a:prstGeom prst="roundRect">
            <a:avLst>
              <a:gd name="adj" fmla="val 85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64008" cy="10744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61872"/>
            <a:ext cx="347472" cy="34747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234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综合监控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已有测量记录，但对象仍需确认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00300"/>
            <a:ext cx="3977640" cy="1074420"/>
          </a:xfrm>
          <a:prstGeom prst="roundRect">
            <a:avLst>
              <a:gd name="adj" fmla="val 85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00300"/>
            <a:ext cx="64008" cy="10744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56489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648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5374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通信专业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29946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台账不能证明照片对象与测量样本对应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400300"/>
            <a:ext cx="3977640" cy="1074420"/>
          </a:xfrm>
          <a:prstGeom prst="roundRect">
            <a:avLst>
              <a:gd name="adj" fmla="val 851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400300"/>
            <a:ext cx="64008" cy="10744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564892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5648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25374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总监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92040" y="29946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暂停直接判断，要求补充对象识别和交叉核对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F4444">
              <a:alpha val="15000"/>
            </a:srgbClr>
          </a:solidFill>
          <a:ln w="1905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“照片看起来像某种管材”不是最终结论。</a:t>
            </a:r>
            <a:endParaRPr lang="en-US" sz="14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Demo 重点画面</a:t>
            </a:r>
            <a:endParaRPr lang="en-US" sz="2800" dirty="0"/>
          </a:p>
        </p:txBody>
      </p:sp>
      <p:pic>
        <p:nvPicPr>
          <p:cNvPr id="4" name="Image 0" descr="/Users/wwl/Documents/ppt2/images/image-dashboard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475488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823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指挥台界面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77840" y="114300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143000"/>
            <a:ext cx="64008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5"/>
          <p:cNvSpPr/>
          <p:nvPr/>
        </p:nvSpPr>
        <p:spPr>
          <a:xfrm>
            <a:off x="5760720" y="1325880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13075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消息时间线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607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指令、初判、质疑、跨专业核对、纠偏、裁决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42316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42316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5760720" y="26060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25877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结论裁决台账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072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adopted / rejected / pending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370332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70332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7"/>
          <p:cNvSpPr/>
          <p:nvPr/>
        </p:nvSpPr>
        <p:spPr>
          <a:xfrm>
            <a:off x="5760720" y="38862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576072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7220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结论包边界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76072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待批准包与已批准包分开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批准与真实 LLM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0060" y="146304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006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总监批准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17420" y="1828800"/>
            <a:ext cx="4114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28900" y="146304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890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已批准结论包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6260" y="1828800"/>
            <a:ext cx="4114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77740" y="146304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774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5100" y="1828800"/>
            <a:ext cx="4114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26580" y="146304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67E8F9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2658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Markdown 报告草稿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65176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2651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 8 步验证 Relay 协同机制；第 9 步才调用真实 LLM 起草报告。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2590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2590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85032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已批准结论包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2316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 Agent 的唯一输入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6600" y="3520440"/>
            <a:ext cx="2590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6600" y="3520440"/>
            <a:ext cx="25908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3413760" y="3685032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报告来源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3760" y="4023360"/>
            <a:ext cx="2316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LLM 或 Mock 回退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6000" y="3520440"/>
            <a:ext cx="2590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6000" y="3520440"/>
            <a:ext cx="2590800" cy="54864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27" name="Text 25"/>
          <p:cNvSpPr/>
          <p:nvPr/>
        </p:nvSpPr>
        <p:spPr>
          <a:xfrm>
            <a:off x="6233160" y="3685032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Markdown 报告草稿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3160" y="4023360"/>
            <a:ext cx="2316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基于已批准事实与证据引用</a:t>
            </a:r>
            <a:endParaRPr lang="en-US" sz="11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价值、边界与未来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1E293B">
              <a:alpha val="9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今天已经验证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多角色消息进入统一 Relay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有限轮次和人工纠偏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专业分歧可追溯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结论裁决与报告输入隔离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1E293B">
              <a:alpha val="9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未来可接入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Codex、TRAE、Hermes 等 Agent Adapter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邮件、飞书、微信等入口 Adapter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不同组织和网络节点的 Relay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周报、日报、专项核查等更多工程工作流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Demo 不自动签发、盖章或对外发送，专业判断和最终责任仍由人承担。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3977640"/>
            <a:ext cx="9144000" cy="3200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spc="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单 Agent 让一个人更高效；Agent Relay 让一群人围绕同一工程事项更可靠地协作。</a:t>
            </a:r>
            <a:endParaRPr lang="en-US" sz="15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工程协同 Agent Relay — 3分钟路演</dc:title>
  <dc:subject>PptxGenJS Presentation</dc:subject>
  <dc:creator>Agent Relay Team</dc:creator>
  <cp:lastModifiedBy>Agent Relay Team</cp:lastModifiedBy>
  <cp:revision>1</cp:revision>
  <dcterms:created xsi:type="dcterms:W3CDTF">2026-08-02T10:58:08Z</dcterms:created>
  <dcterms:modified xsi:type="dcterms:W3CDTF">2026-08-02T10:58:08Z</dcterms:modified>
</cp:coreProperties>
</file>